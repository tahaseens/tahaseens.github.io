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  <p188:author id="{51A22175-50CC-92FF-F6A3-C4110A966AD9}" name="Tahaseen Shaik" initials="TS" userId="23cdef8a11092ec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5EEA7-2D1A-4382-A9B8-42365ABA5E7C}" v="2" dt="2022-05-30T14:15:20.683"/>
    <p1510:client id="{3580E6A5-19E6-4436-B39B-61D9A481B5B8}" v="217" dt="2022-09-10T03:18:35.315"/>
    <p1510:client id="{5507B22E-ED52-4BA5-B6DA-EB12C86AFDB4}" v="93" dt="2022-05-30T14:44:25.530"/>
    <p1510:client id="{72B90454-177F-49B1-81A5-2347F03130D8}" v="35" dt="2022-09-10T03:18:52.960"/>
    <p1510:client id="{93E1FE72-B6A4-4251-A4B8-C99F3DEC62D0}" v="7" dt="2022-05-30T14:45:36.721"/>
    <p1510:client id="{D742099C-BAB4-45B6-A048-93B9669D38A8}" v="1" dt="2022-05-30T14:15:00.073"/>
    <p1510:client id="{D83396DC-1FB0-4C2F-ABF1-696A9224D9CC}" v="251" dt="2022-05-30T14:43:53.855"/>
    <p1510:client id="{FA207D9A-EEE5-40B3-A82F-019F92788F15}" v="24" dt="2022-05-30T14:31:31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40BED-B723-45AA-A0B8-3C259D26503A}" type="datetimeFigureOut"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B4BDA-8FD6-4F3D-8485-7C3D269F7E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0BEC-965E-CC4D-8278-3C5E791FB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526DD-B83C-7A46-AA57-2797E21D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D0182-55A5-E94F-8F7C-C2C0E099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E5F9B-05C3-EC4F-82A9-0975D213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F16C4-CCD4-6043-9E69-8102F9EA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7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9F18-D062-6C45-A15C-EA055318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6097-CC4D-6F44-BC74-D718FA6C3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56406-FF41-EC4C-9F95-4764C8B7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B4793-AA40-154B-96AC-9B47B57A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F99D4-A2CE-9A44-9B46-387AFA11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3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BD2E-B0A9-C949-AE11-87391DA8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4CDC5-5050-994D-82A1-426A64534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0F284-ADB4-3643-90B4-2FA89E31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D9960-9374-7E49-BE54-4EB2D1DB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4D86E-B02E-0E44-97C4-FAE482F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6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F321-177E-AC46-A0B3-D36E729F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3A443-F50F-5645-95DB-9BAEC36D3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EEBB6-7EFB-7246-8607-37666D072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26BFF-522C-1D4A-B6B6-87CA88AD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B8B5D-57BE-614C-8340-7F2CE2FB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0807B-6A4E-A74A-B5DE-BC232B11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3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C77F-59AE-CA46-93E9-DC977433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A9E7D-29E1-634D-81EC-410441EFF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6E3BC-C4DB-184C-8EF2-CBFD78296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95BCA-227D-334A-8BC1-5C638F16D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8E877-F20E-A84A-9FD1-2F2F50051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962F0A-3579-EA44-9FDF-1B2F8E54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9017F-D1AB-784A-BBF1-EA70A877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F6632-399B-B243-A9C7-37358AF4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7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1A33-0322-794A-B0DB-5CA989A6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428C8-C813-D64D-AE03-47975541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3EDA0-9439-DD42-A262-41A8BDA5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63446-6F71-3646-AC32-D3BB7F37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36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D182A-851D-D541-BC18-CBB5D446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5A9C2-E49B-D441-B866-02849E08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CAE65-000C-1D43-B5DD-0F96A6D6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9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D949-3C6D-AF4D-91CF-B7D26CFA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C9FF-8522-374C-A4D6-C57962960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656C9-B65E-2644-9B4A-4E790427F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69E5A-A90E-8C4D-BE6B-25FCD21C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73B7D-9D87-1547-95BF-78702006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052D4-F33D-2747-8FD2-1A3BC3AB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5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DA5C-4107-FF46-B49F-A660F3F6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6C286-9753-D64A-BFDB-6EB64F38E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4F28B-1756-834F-A676-282BBB5B4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4AA69-108C-BA40-ABEE-9B2B9AA8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AE5D9-549D-0342-96A3-53098748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F9E7C-BDA8-3844-AA28-5816C615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9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4604-6EFC-F047-B11A-AFE97A58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239C1-2F28-574F-B294-71B4D4BED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89956-EB5B-7A4D-888B-D9A8AA50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09852-30F9-1F4C-861D-CC0857C0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21BD-2725-6041-B737-BE46163E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0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CD242-5A2A-8646-AB01-BB8CF40BD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B1CE2-91BF-9442-865A-B5199D608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F0388-5687-2E42-94BF-B58A0ADDD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E7670-95BF-8349-8FC9-E8E7266F9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011DA-A054-D641-BFCC-BB13F349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1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1B460-FA74-2448-9C86-88D5B283E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BEDB3-7426-0043-920D-A458F967A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AC8F8-8FD2-F342-A3E0-C8F089050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289B8-2A74-B644-A8A6-094D1787EBD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A0E06-C337-E246-B408-A982ADD8F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A8BAD-BC06-8744-9F78-B60FA1C2C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3F019-487E-BF46-AE78-06E4E7DB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7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9607-E7E1-F148-8986-819F639F8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Sustainability and Connected Autonomy: A New Era for Aviation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27936-1B91-6444-B124-FF64D5AB5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501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Aaron Burns, Iana Iacob, Shruti Prasanth, </a:t>
            </a:r>
            <a:r>
              <a:rPr lang="en-US" sz="2200" err="1">
                <a:ea typeface="+mn-lt"/>
                <a:cs typeface="+mn-lt"/>
              </a:rPr>
              <a:t>Tahaseen</a:t>
            </a:r>
            <a:r>
              <a:rPr lang="en-US" sz="2200">
                <a:ea typeface="+mn-lt"/>
                <a:cs typeface="+mn-lt"/>
              </a:rPr>
              <a:t> Shaik, Ashima Sharma</a:t>
            </a:r>
            <a:endParaRPr lang="en-US" sz="2200"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Advised by: Dr. Sebastian Scherer</a:t>
            </a:r>
            <a:endParaRPr lang="en-US" sz="2200">
              <a:cs typeface="Calibri"/>
            </a:endParaRPr>
          </a:p>
          <a:p>
            <a:r>
              <a:rPr lang="en-US" sz="2200">
                <a:ea typeface="Calibri"/>
                <a:cs typeface="Calibri"/>
              </a:rPr>
              <a:t>Carnegie Mellon University</a:t>
            </a:r>
          </a:p>
          <a:p>
            <a:endParaRPr lang="en-US" sz="2200">
              <a:ea typeface="Calibri"/>
              <a:cs typeface="Calibri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2A9A773-083C-679B-F374-EFA3A178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" y="1361"/>
            <a:ext cx="12177484" cy="685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, timeline, Teams&#10;&#10;Description automatically generated">
            <a:extLst>
              <a:ext uri="{FF2B5EF4-FFF2-40B4-BE49-F238E27FC236}">
                <a16:creationId xmlns:a16="http://schemas.microsoft.com/office/drawing/2014/main" id="{BD4B453E-291F-0D84-AEFA-557B049DA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" y="-3175"/>
            <a:ext cx="12191597" cy="6862309"/>
          </a:xfrm>
        </p:spPr>
      </p:pic>
    </p:spTree>
    <p:extLst>
      <p:ext uri="{BB962C8B-B14F-4D97-AF65-F5344CB8AC3E}">
        <p14:creationId xmlns:p14="http://schemas.microsoft.com/office/powerpoint/2010/main" val="145276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C8F74B6-529E-BAE5-A519-88E18F260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"/>
            <a:ext cx="12192000" cy="686253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97A1A2-8E30-7C33-9C52-69B3F4DF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0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158F-B3D0-A211-4830-033C69B1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26F444FA-708C-AE2B-4F44-374072F97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" y="4083"/>
            <a:ext cx="12184339" cy="6855051"/>
          </a:xfrm>
        </p:spPr>
      </p:pic>
    </p:spTree>
    <p:extLst>
      <p:ext uri="{BB962C8B-B14F-4D97-AF65-F5344CB8AC3E}">
        <p14:creationId xmlns:p14="http://schemas.microsoft.com/office/powerpoint/2010/main" val="244498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1466-5EF3-AF4B-A30A-01B97EE9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B158E91B-D45E-FC6F-64E5-EE9E4B7B0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93" y="7938"/>
            <a:ext cx="12204524" cy="6915149"/>
          </a:xfrm>
        </p:spPr>
      </p:pic>
    </p:spTree>
    <p:extLst>
      <p:ext uri="{BB962C8B-B14F-4D97-AF65-F5344CB8AC3E}">
        <p14:creationId xmlns:p14="http://schemas.microsoft.com/office/powerpoint/2010/main" val="227246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CA0B-6B32-0787-9409-6549149A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EA2604A0-282C-5758-BD56-C1BE0993A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2" y="1"/>
            <a:ext cx="12172774" cy="6859587"/>
          </a:xfrm>
        </p:spPr>
      </p:pic>
    </p:spTree>
    <p:extLst>
      <p:ext uri="{BB962C8B-B14F-4D97-AF65-F5344CB8AC3E}">
        <p14:creationId xmlns:p14="http://schemas.microsoft.com/office/powerpoint/2010/main" val="617291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38D6-A792-323D-E932-462C3086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B6A698D-DC96-0E19-1F7A-D594C6AED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93" y="-15875"/>
            <a:ext cx="12220399" cy="6875463"/>
          </a:xfrm>
        </p:spPr>
      </p:pic>
    </p:spTree>
    <p:extLst>
      <p:ext uri="{BB962C8B-B14F-4D97-AF65-F5344CB8AC3E}">
        <p14:creationId xmlns:p14="http://schemas.microsoft.com/office/powerpoint/2010/main" val="353437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46D-6752-5AF5-0765-0A29B074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E6CD362-2A10-42E0-708D-BA92C1B6A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" y="0"/>
            <a:ext cx="12188649" cy="6859588"/>
          </a:xfrm>
        </p:spPr>
      </p:pic>
    </p:spTree>
    <p:extLst>
      <p:ext uri="{BB962C8B-B14F-4D97-AF65-F5344CB8AC3E}">
        <p14:creationId xmlns:p14="http://schemas.microsoft.com/office/powerpoint/2010/main" val="1735741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C78C-1B99-8723-BA21-D9575284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23AEE2AD-1A65-E4B9-AAB0-0DD9D4737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" y="0"/>
            <a:ext cx="12188649" cy="6859588"/>
          </a:xfrm>
        </p:spPr>
      </p:pic>
    </p:spTree>
    <p:extLst>
      <p:ext uri="{BB962C8B-B14F-4D97-AF65-F5344CB8AC3E}">
        <p14:creationId xmlns:p14="http://schemas.microsoft.com/office/powerpoint/2010/main" val="392905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0393-DDFF-9F65-AE80-5900AAB6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1BC2F80A-F35C-2EE4-63E0-545E52DFB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" y="0"/>
            <a:ext cx="12188649" cy="6859588"/>
          </a:xfrm>
        </p:spPr>
      </p:pic>
    </p:spTree>
    <p:extLst>
      <p:ext uri="{BB962C8B-B14F-4D97-AF65-F5344CB8AC3E}">
        <p14:creationId xmlns:p14="http://schemas.microsoft.com/office/powerpoint/2010/main" val="118047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10D-9D4B-37BB-05E9-76458197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3BBC70A9-7EEC-54AD-A750-584C31DC3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" y="0"/>
            <a:ext cx="12188649" cy="6859588"/>
          </a:xfrm>
        </p:spPr>
      </p:pic>
    </p:spTree>
    <p:extLst>
      <p:ext uri="{BB962C8B-B14F-4D97-AF65-F5344CB8AC3E}">
        <p14:creationId xmlns:p14="http://schemas.microsoft.com/office/powerpoint/2010/main" val="190676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476D-DCC2-DF51-7C4A-CA37FCF1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991773F5-777E-6CEC-37BE-17257DF4D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" y="0"/>
            <a:ext cx="12188649" cy="6859588"/>
          </a:xfrm>
        </p:spPr>
      </p:pic>
    </p:spTree>
    <p:extLst>
      <p:ext uri="{BB962C8B-B14F-4D97-AF65-F5344CB8AC3E}">
        <p14:creationId xmlns:p14="http://schemas.microsoft.com/office/powerpoint/2010/main" val="222257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CF62-0366-AD02-1CE7-28F8F4C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E6E9F8A-42B0-6074-2DCD-61D7C7FC9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417087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E4FC-CB15-9449-96BF-3A037F20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B0D64B2C-1908-33C8-726E-2EEE35623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73854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C03A-2821-751F-9759-F9B93ECE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7C6ECC1-7B55-0E2D-F5AA-827981D8B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93" y="-15875"/>
            <a:ext cx="12212461" cy="6875462"/>
          </a:xfrm>
        </p:spPr>
      </p:pic>
    </p:spTree>
    <p:extLst>
      <p:ext uri="{BB962C8B-B14F-4D97-AF65-F5344CB8AC3E}">
        <p14:creationId xmlns:p14="http://schemas.microsoft.com/office/powerpoint/2010/main" val="90608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F322-DFD7-5DE0-D538-BB755A18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846F2243-5D06-9DFE-3165-D66462B10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1899245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8D45-E4E4-4428-DEA8-13DB3A53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5EDB4B8-23FA-7F51-D19D-6E25674D8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3757685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E52B-289E-A303-9102-22471797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F29BB05-563A-95ED-07DC-74A06E799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2349017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48D3-EAE7-2466-00E7-81307B48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7CA493A-1987-7AC9-8CE0-DB4D6562E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3822852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10DD-A98E-F96A-F127-0DD8D346C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F306212C-A5FD-C5D5-B8A3-AD5660B3A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1296527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B105-E1D6-30FD-F0BF-0F173E4E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C5606341-0BA8-373C-8F0A-993DF73D2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3086675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DD97-8328-6E78-FB79-6F2B0BF6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EAB7C0A-3272-2AEB-5FE3-BE97025A5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3930222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A535-98A7-00A6-B9C0-B122A7B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59432FD-FC3D-3E8E-0013-B668215EF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3968434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BA79-2A1A-D766-56F2-1E9AFE86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1FFB9D5F-0FD4-013C-5178-0A6EF6416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296062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11D4-C5B2-EAAF-DCFA-190D16E0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A picture containing timeline&#10;&#10;Description automatically generated">
            <a:extLst>
              <a:ext uri="{FF2B5EF4-FFF2-40B4-BE49-F238E27FC236}">
                <a16:creationId xmlns:a16="http://schemas.microsoft.com/office/drawing/2014/main" id="{C09F3524-65B4-81C5-C296-BB852F923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2835739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FF42-5ADA-0C8F-39FC-BBAC8323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A2B513D-E694-2573-C5D9-2C92C4536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535593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BC81-EEF5-2F6C-74C5-331E262E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Timeline&#10;&#10;Description automatically generated">
            <a:extLst>
              <a:ext uri="{FF2B5EF4-FFF2-40B4-BE49-F238E27FC236}">
                <a16:creationId xmlns:a16="http://schemas.microsoft.com/office/drawing/2014/main" id="{9727244C-BE39-51CF-02C0-15640CB1B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" y="-3175"/>
            <a:ext cx="12185792" cy="6860858"/>
          </a:xfrm>
        </p:spPr>
      </p:pic>
    </p:spTree>
    <p:extLst>
      <p:ext uri="{BB962C8B-B14F-4D97-AF65-F5344CB8AC3E}">
        <p14:creationId xmlns:p14="http://schemas.microsoft.com/office/powerpoint/2010/main" val="2793604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B0D3-7F93-EA47-7418-AF013CAA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CF4185C-B670-43EA-E709-C2995AE68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2" y="1"/>
            <a:ext cx="12156899" cy="6859587"/>
          </a:xfrm>
        </p:spPr>
      </p:pic>
    </p:spTree>
    <p:extLst>
      <p:ext uri="{BB962C8B-B14F-4D97-AF65-F5344CB8AC3E}">
        <p14:creationId xmlns:p14="http://schemas.microsoft.com/office/powerpoint/2010/main" val="530410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B174-FAF0-4184-A23D-82B332BC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40F00E42-1831-9C34-0859-F61BBCAFA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" y="0"/>
            <a:ext cx="12188649" cy="6859588"/>
          </a:xfrm>
        </p:spPr>
      </p:pic>
    </p:spTree>
    <p:extLst>
      <p:ext uri="{BB962C8B-B14F-4D97-AF65-F5344CB8AC3E}">
        <p14:creationId xmlns:p14="http://schemas.microsoft.com/office/powerpoint/2010/main" val="3796201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EAD2-5C5A-E5D1-7EFA-27D26A7D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A64D7928-2FCE-D006-7EAE-5BA13D54E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93" y="1"/>
            <a:ext cx="12172774" cy="6859587"/>
          </a:xfrm>
        </p:spPr>
      </p:pic>
    </p:spTree>
    <p:extLst>
      <p:ext uri="{BB962C8B-B14F-4D97-AF65-F5344CB8AC3E}">
        <p14:creationId xmlns:p14="http://schemas.microsoft.com/office/powerpoint/2010/main" val="2031542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812B-BED4-5ACA-C1AB-21F96031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F38768F-43E3-2738-5C38-30CC92EFF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" y="-11792"/>
            <a:ext cx="12196359" cy="6870926"/>
          </a:xfrm>
        </p:spPr>
      </p:pic>
    </p:spTree>
    <p:extLst>
      <p:ext uri="{BB962C8B-B14F-4D97-AF65-F5344CB8AC3E}">
        <p14:creationId xmlns:p14="http://schemas.microsoft.com/office/powerpoint/2010/main" val="4016271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C133-722B-76C6-AAA4-F536AD25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27206980-621B-0BC2-B336-13556835F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" y="-3174"/>
            <a:ext cx="12206111" cy="6862308"/>
          </a:xfrm>
        </p:spPr>
      </p:pic>
    </p:spTree>
    <p:extLst>
      <p:ext uri="{BB962C8B-B14F-4D97-AF65-F5344CB8AC3E}">
        <p14:creationId xmlns:p14="http://schemas.microsoft.com/office/powerpoint/2010/main" val="1074572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2CA5-ABDC-DF34-FF96-72A713CE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A picture containing text, screenshot, aircraft, airplane&#10;&#10;Description automatically generated">
            <a:extLst>
              <a:ext uri="{FF2B5EF4-FFF2-40B4-BE49-F238E27FC236}">
                <a16:creationId xmlns:a16="http://schemas.microsoft.com/office/drawing/2014/main" id="{CF8E9FF0-1105-DD32-65F7-F32D9F4B0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" y="-3175"/>
            <a:ext cx="12148055" cy="6862308"/>
          </a:xfrm>
        </p:spPr>
      </p:pic>
    </p:spTree>
    <p:extLst>
      <p:ext uri="{BB962C8B-B14F-4D97-AF65-F5344CB8AC3E}">
        <p14:creationId xmlns:p14="http://schemas.microsoft.com/office/powerpoint/2010/main" val="3765019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2204-FABD-A1A3-0D4F-BB55CE5C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76EF1B01-2FE5-AD56-A7E4-5C2C823CA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" y="-3174"/>
            <a:ext cx="12191596" cy="6869565"/>
          </a:xfrm>
        </p:spPr>
      </p:pic>
    </p:spTree>
    <p:extLst>
      <p:ext uri="{BB962C8B-B14F-4D97-AF65-F5344CB8AC3E}">
        <p14:creationId xmlns:p14="http://schemas.microsoft.com/office/powerpoint/2010/main" val="3346618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64C7-8883-4562-40CD-1105B303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D2E345F-A52E-7030-A835-C7D0E2EC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" y="-3174"/>
            <a:ext cx="12198854" cy="6862308"/>
          </a:xfrm>
        </p:spPr>
      </p:pic>
    </p:spTree>
    <p:extLst>
      <p:ext uri="{BB962C8B-B14F-4D97-AF65-F5344CB8AC3E}">
        <p14:creationId xmlns:p14="http://schemas.microsoft.com/office/powerpoint/2010/main" val="2991627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Sustainability and Connected Autonomy: A New Era for Aviation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Ashima Sharma</dc:creator>
  <cp:revision>2</cp:revision>
  <dcterms:created xsi:type="dcterms:W3CDTF">2022-04-15T15:34:29Z</dcterms:created>
  <dcterms:modified xsi:type="dcterms:W3CDTF">2026-04-25T21:24:01Z</dcterms:modified>
</cp:coreProperties>
</file>